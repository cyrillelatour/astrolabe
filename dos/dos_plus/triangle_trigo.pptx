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1" autoAdjust="0"/>
    <p:restoredTop sz="94660"/>
  </p:normalViewPr>
  <p:slideViewPr>
    <p:cSldViewPr snapToGrid="0">
      <p:cViewPr varScale="1">
        <p:scale>
          <a:sx n="66" d="100"/>
          <a:sy n="66" d="100"/>
        </p:scale>
        <p:origin x="32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EFEF68-9548-7A7B-D4E8-1362D7C9B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6430C77-F586-D323-F6BC-9FA6F9AA4C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81DCEB-7E3D-FB91-1F9E-F4DB061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82FB-CE48-45F8-8569-28F2AB1C6AE9}" type="datetimeFigureOut">
              <a:rPr lang="fr-CH" smtClean="0"/>
              <a:t>11.09.2025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2A439C-8C77-64DF-9E50-4D221F802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C5ED2F-88A8-A529-4FD7-9E0DC784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3AF8-25F3-4266-BE51-44D51A3886C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97596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A5560D-9DCA-EBC2-E429-23F2CD922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DF9F11-61A1-84F4-1CBF-269451A38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BC00D8-D60A-F77B-2FFE-8202F4A5F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82FB-CE48-45F8-8569-28F2AB1C6AE9}" type="datetimeFigureOut">
              <a:rPr lang="fr-CH" smtClean="0"/>
              <a:t>11.09.2025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B42B48-B52C-FF96-D41D-0C8E5DC47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76658E-806D-2B4F-FA93-1798F65C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3AF8-25F3-4266-BE51-44D51A3886C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16923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F1753F-DAA9-83C1-7080-D7508F5FF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145F71-7F05-7679-BE7C-475B4E951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5A4A56-641D-6781-0D81-C3D6D9396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82FB-CE48-45F8-8569-28F2AB1C6AE9}" type="datetimeFigureOut">
              <a:rPr lang="fr-CH" smtClean="0"/>
              <a:t>11.09.2025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7D154C-80CE-6009-3984-203198912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FBEFAF-D735-595F-0AE4-E05242403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3AF8-25F3-4266-BE51-44D51A3886C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4775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54A8DE-E73A-ED33-56B5-32E0D1F58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6CADDD-323A-3885-3415-0139640980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71BC0B-BE1E-A223-A105-9F1E82CBE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9BC409B-5D48-4DBF-33D7-1CF5C145A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82FB-CE48-45F8-8569-28F2AB1C6AE9}" type="datetimeFigureOut">
              <a:rPr lang="fr-CH" smtClean="0"/>
              <a:t>11.09.2025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27579F0-493A-A48F-E275-56AEA24CD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CA6D5CD-0F20-7112-1D3E-AE2D0692C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3AF8-25F3-4266-BE51-44D51A3886C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81659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D1E9FA-FD4D-5301-31F6-A30B0E347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31BFD8-B12A-CC55-331F-9C0A67BE7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8094FB8-50C4-C48C-8729-BED8FB175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4EE4D24-2E57-E220-2B8A-BE30D4584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7C980D2-93D2-E5EF-5600-AE18111B8F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05B1B35-DE93-9AAB-F776-F17BFBC8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82FB-CE48-45F8-8569-28F2AB1C6AE9}" type="datetimeFigureOut">
              <a:rPr lang="fr-CH" smtClean="0"/>
              <a:t>11.09.2025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C98CF8E-27E0-82B2-D38E-FF1FDCC85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22942DB-2DDB-39A2-D035-D70EB077F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3AF8-25F3-4266-BE51-44D51A3886C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71843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5E9DE3-FCD8-0DDA-A368-269DE3151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454875E-00C3-F95D-81C2-9F58E320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82FB-CE48-45F8-8569-28F2AB1C6AE9}" type="datetimeFigureOut">
              <a:rPr lang="fr-CH" smtClean="0"/>
              <a:t>11.09.2025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A91575E-F1DC-C431-E91F-39898901B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FF7822C-6356-24C5-973E-F1ADFFE70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3AF8-25F3-4266-BE51-44D51A3886C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69760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29A7598-0CF4-187C-3E49-778641461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82FB-CE48-45F8-8569-28F2AB1C6AE9}" type="datetimeFigureOut">
              <a:rPr lang="fr-CH" smtClean="0"/>
              <a:t>11.09.2025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5214EEE-08A6-520F-38EA-89B5BEBB7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957F7D-902C-BDB2-8539-3AEA24FC1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3AF8-25F3-4266-BE51-44D51A3886C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86888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11F1FF-61FA-3EF4-4168-5C825025A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EB0073-C124-F47E-85F8-9FAF9024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86B4583-0281-ABD0-F3C9-C3B0F2877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5824FA6-511F-11DA-3572-D9CE08B48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82FB-CE48-45F8-8569-28F2AB1C6AE9}" type="datetimeFigureOut">
              <a:rPr lang="fr-CH" smtClean="0"/>
              <a:t>11.09.2025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8FF9CB-0E26-ECA9-D8BA-3D397678B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47454A2-AE29-20BC-B0D9-5D07B9DB4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3AF8-25F3-4266-BE51-44D51A3886C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54536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F0EE00-3A3B-A330-15FA-9D8962BF7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40734D4-6201-EBDF-8DCD-117C240768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D100EAF-D42D-16E0-C95E-F6C7DB46D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9D930E-4F52-02E4-958A-8B4560B4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82FB-CE48-45F8-8569-28F2AB1C6AE9}" type="datetimeFigureOut">
              <a:rPr lang="fr-CH" smtClean="0"/>
              <a:t>11.09.2025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862A37-10A4-C168-1B21-513829087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0C5940B-A399-0F37-86E1-337A959E5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3AF8-25F3-4266-BE51-44D51A3886C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98889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B6BD16-51F0-09E7-E13C-F11B434D4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5E46044-61F7-31F1-D570-45EECB4BF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0AC6EB-CFCD-AD12-304C-A28C3961A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82FB-CE48-45F8-8569-28F2AB1C6AE9}" type="datetimeFigureOut">
              <a:rPr lang="fr-CH" smtClean="0"/>
              <a:t>11.09.2025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0974C2-338F-9EC7-E119-FBA6C200E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094DF2-97AD-8600-92F9-B60FC5A14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3AF8-25F3-4266-BE51-44D51A3886C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68133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9071CC0-8A10-DC31-A342-DEA4ED660A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5BD7D7E-3897-5C55-E1B9-B668D7F0C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6A18A7-A615-C7CB-DB79-8BFCCAC84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82FB-CE48-45F8-8569-28F2AB1C6AE9}" type="datetimeFigureOut">
              <a:rPr lang="fr-CH" smtClean="0"/>
              <a:t>11.09.2025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E0EF35-1DDA-47FC-8D99-491DBF0FB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413E6C-FE80-9AB5-448F-7DAFFF7D9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3AF8-25F3-4266-BE51-44D51A3886C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08324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E0099F9-CB21-19D8-2FB9-4D7DC28CB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072958-C79A-B64B-B31F-4DAF1A779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9E92AE-13B4-0A67-B691-CCA5C5FD38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F82FB-CE48-45F8-8569-28F2AB1C6AE9}" type="datetimeFigureOut">
              <a:rPr lang="fr-CH" smtClean="0"/>
              <a:t>11.09.2025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E9A7B4-5FD5-BFE0-F79B-FAD2888E07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32B699-3EA8-FCF9-A353-0314E4827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FA3AF8-25F3-4266-BE51-44D51A3886C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34063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ligne, diagramme, croquis, conception&#10;&#10;Le contenu généré par l’IA peut être incorrect.">
            <a:extLst>
              <a:ext uri="{FF2B5EF4-FFF2-40B4-BE49-F238E27FC236}">
                <a16:creationId xmlns:a16="http://schemas.microsoft.com/office/drawing/2014/main" id="{4FB4682A-9F04-C1E7-8AAA-4237BB6AA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648" y="225245"/>
            <a:ext cx="6516547" cy="6358569"/>
          </a:xfrm>
          <a:prstGeom prst="rect">
            <a:avLst/>
          </a:prstGeom>
        </p:spPr>
      </p:pic>
      <p:sp>
        <p:nvSpPr>
          <p:cNvPr id="6" name="Triangle isocèle 5">
            <a:extLst>
              <a:ext uri="{FF2B5EF4-FFF2-40B4-BE49-F238E27FC236}">
                <a16:creationId xmlns:a16="http://schemas.microsoft.com/office/drawing/2014/main" id="{C74DEF9F-DE1C-3136-DF33-74FFC099154B}"/>
              </a:ext>
            </a:extLst>
          </p:cNvPr>
          <p:cNvSpPr/>
          <p:nvPr/>
        </p:nvSpPr>
        <p:spPr>
          <a:xfrm>
            <a:off x="4027990" y="1632030"/>
            <a:ext cx="3460830" cy="2766350"/>
          </a:xfrm>
          <a:prstGeom prst="triangle">
            <a:avLst>
              <a:gd name="adj" fmla="val 100000"/>
            </a:avLst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6B8950-1C85-8BA9-0C27-BF5975C01677}"/>
              </a:ext>
            </a:extLst>
          </p:cNvPr>
          <p:cNvSpPr txBox="1"/>
          <p:nvPr/>
        </p:nvSpPr>
        <p:spPr>
          <a:xfrm>
            <a:off x="5301205" y="440995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Century Gothic" panose="020B0502020202020204" pitchFamily="34" charset="0"/>
              </a:rPr>
              <a:t>adjacent</a:t>
            </a:r>
            <a:endParaRPr lang="fr-CH" dirty="0">
              <a:latin typeface="Century Gothic" panose="020B0502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BDA28DD-37D9-8D74-2A53-246D107622D4}"/>
              </a:ext>
            </a:extLst>
          </p:cNvPr>
          <p:cNvSpPr txBox="1"/>
          <p:nvPr/>
        </p:nvSpPr>
        <p:spPr>
          <a:xfrm rot="16200000">
            <a:off x="7153153" y="2846630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Century Gothic" panose="020B0502020202020204" pitchFamily="34" charset="0"/>
              </a:rPr>
              <a:t>opposé</a:t>
            </a:r>
            <a:endParaRPr lang="fr-CH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65218E66-9D3D-EF3F-D54D-DBDCE22142FA}"/>
                  </a:ext>
                </a:extLst>
              </p:cNvPr>
              <p:cNvSpPr txBox="1"/>
              <p:nvPr/>
            </p:nvSpPr>
            <p:spPr>
              <a:xfrm>
                <a:off x="3508872" y="5086178"/>
                <a:ext cx="4466085" cy="1083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dirty="0">
                    <a:latin typeface="Century Gothic" panose="020B0502020202020204" pitchFamily="34" charset="0"/>
                  </a:rPr>
                  <a:t>sin(x)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CH" i="1" smtClean="0"/>
                        </m:ctrlPr>
                      </m:fPr>
                      <m:num>
                        <m:r>
                          <a:rPr lang="fr-FR" i="1"/>
                          <m:t>𝑜𝑝𝑝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num>
                      <m:den>
                        <m:r>
                          <a:rPr lang="fr-FR" i="1"/>
                          <m:t>h𝑦𝑝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den>
                    </m:f>
                  </m:oMath>
                </a14:m>
                <a:r>
                  <a:rPr lang="fr-FR" dirty="0"/>
                  <a:t>    </a:t>
                </a:r>
                <a:r>
                  <a:rPr lang="fr-FR" dirty="0">
                    <a:latin typeface="Century Gothic" panose="020B0502020202020204" pitchFamily="34" charset="0"/>
                  </a:rPr>
                  <a:t>cos(x)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CH" i="1"/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𝑎𝑑𝑗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num>
                      <m:den>
                        <m:r>
                          <a:rPr lang="fr-FR" i="1"/>
                          <m:t>h𝑦𝑝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den>
                    </m:f>
                  </m:oMath>
                </a14:m>
                <a:r>
                  <a:rPr lang="fr-FR" dirty="0"/>
                  <a:t>     </a:t>
                </a:r>
                <a:r>
                  <a:rPr lang="fr-FR" dirty="0">
                    <a:latin typeface="Century Gothic" panose="020B0502020202020204" pitchFamily="34" charset="0"/>
                  </a:rPr>
                  <a:t>tan(x)</a:t>
                </a:r>
                <a:r>
                  <a:rPr lang="fr-FR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CH" i="1"/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𝑜𝑝𝑝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𝑎𝑑𝑗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den>
                    </m:f>
                  </m:oMath>
                </a14:m>
                <a:endParaRPr lang="fr-CH" dirty="0"/>
              </a:p>
              <a:p>
                <a:pPr algn="ctr"/>
                <a:endParaRPr lang="fr-CH" dirty="0"/>
              </a:p>
              <a:p>
                <a:pPr algn="ctr"/>
                <a:r>
                  <a:rPr lang="fr-CH" dirty="0" err="1">
                    <a:latin typeface="Century Gothic" panose="020B0502020202020204" pitchFamily="34" charset="0"/>
                  </a:rPr>
                  <a:t>soh</a:t>
                </a:r>
                <a:r>
                  <a:rPr lang="fr-CH" dirty="0">
                    <a:latin typeface="Century Gothic" panose="020B0502020202020204" pitchFamily="34" charset="0"/>
                  </a:rPr>
                  <a:t>   </a:t>
                </a:r>
                <a:r>
                  <a:rPr lang="fr-CH" dirty="0" err="1">
                    <a:latin typeface="Century Gothic" panose="020B0502020202020204" pitchFamily="34" charset="0"/>
                  </a:rPr>
                  <a:t>cah</a:t>
                </a:r>
                <a:r>
                  <a:rPr lang="fr-CH" dirty="0">
                    <a:latin typeface="Century Gothic" panose="020B0502020202020204" pitchFamily="34" charset="0"/>
                  </a:rPr>
                  <a:t>   </a:t>
                </a:r>
                <a:r>
                  <a:rPr lang="fr-CH" dirty="0" err="1">
                    <a:latin typeface="Century Gothic" panose="020B0502020202020204" pitchFamily="34" charset="0"/>
                  </a:rPr>
                  <a:t>toa</a:t>
                </a:r>
                <a:endParaRPr lang="fr-CH" dirty="0">
                  <a:latin typeface="Century Gothic" panose="020B0502020202020204" pitchFamily="34" charset="0"/>
                </a:endParaRPr>
              </a:p>
            </p:txBody>
          </p:sp>
        </mc:Choice>
        <mc:Fallback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65218E66-9D3D-EF3F-D54D-DBDCE2214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8872" y="5086178"/>
                <a:ext cx="4466085" cy="1083695"/>
              </a:xfrm>
              <a:prstGeom prst="rect">
                <a:avLst/>
              </a:prstGeom>
              <a:blipFill>
                <a:blip r:embed="rId3"/>
                <a:stretch>
                  <a:fillRect b="-7865"/>
                </a:stretch>
              </a:blipFill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ZoneTexte 9">
            <a:extLst>
              <a:ext uri="{FF2B5EF4-FFF2-40B4-BE49-F238E27FC236}">
                <a16:creationId xmlns:a16="http://schemas.microsoft.com/office/drawing/2014/main" id="{0CE8B871-3268-6D27-BDB6-70429C42F00A}"/>
              </a:ext>
            </a:extLst>
          </p:cNvPr>
          <p:cNvSpPr txBox="1"/>
          <p:nvPr/>
        </p:nvSpPr>
        <p:spPr>
          <a:xfrm rot="19237814">
            <a:off x="4878047" y="2673738"/>
            <a:ext cx="150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Century Gothic" panose="020B0502020202020204" pitchFamily="34" charset="0"/>
              </a:rPr>
              <a:t>hypoténuse</a:t>
            </a:r>
            <a:endParaRPr lang="fr-CH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8994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24</Words>
  <Application>Microsoft Office PowerPoint</Application>
  <PresentationFormat>Grand écran</PresentationFormat>
  <Paragraphs>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Century Gothic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Cyrille Latour</dc:creator>
  <cp:lastModifiedBy>Cyrille Latour</cp:lastModifiedBy>
  <cp:revision>1</cp:revision>
  <dcterms:created xsi:type="dcterms:W3CDTF">2025-09-11T11:32:08Z</dcterms:created>
  <dcterms:modified xsi:type="dcterms:W3CDTF">2025-09-11T11:56:19Z</dcterms:modified>
</cp:coreProperties>
</file>